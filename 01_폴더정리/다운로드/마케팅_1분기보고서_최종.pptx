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2026년 1분기 마케팅 성과 보고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마케팅팀 | 2026년 3월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1분기 성과 요약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총 마케팅 비용: 4,500만원</a:t>
            </a:r>
          </a:p>
          <a:p/>
          <a:p>
            <a:r>
              <a:t>• 신규 리드: 350건 (목표 300건 대비 117%)</a:t>
            </a:r>
          </a:p>
          <a:p>
            <a:r>
              <a:t>• 리드 → 미팅 전환율: 24%</a:t>
            </a:r>
          </a:p>
          <a:p>
            <a:r>
              <a:t>• 미팅 → 계약 전환율: 8.5%</a:t>
            </a:r>
          </a:p>
          <a:p>
            <a:r>
              <a:t>• 마케팅 기여 매출: 2.8억원</a:t>
            </a:r>
          </a:p>
          <a:p>
            <a:r>
              <a:t>• 마케팅 ROI: 320%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채널별 성과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SNS (인스타+페이스북)</a:t>
            </a:r>
          </a:p>
          <a:p>
            <a:r>
              <a:t>  리드 180건 (51%) | CPA 13,500원</a:t>
            </a:r>
          </a:p>
          <a:p/>
          <a:p>
            <a:r>
              <a:t>블로그/SEO</a:t>
            </a:r>
          </a:p>
          <a:p>
            <a:r>
              <a:t>  리드 95건 (27%) | CPA 8,200원</a:t>
            </a:r>
          </a:p>
          <a:p/>
          <a:p>
            <a:r>
              <a:t>이메일 마케팅</a:t>
            </a:r>
          </a:p>
          <a:p>
            <a:r>
              <a:t>  리드 75건 (21%) | CPA 5,800원</a:t>
            </a:r>
          </a:p>
          <a:p/>
          <a:p>
            <a:r>
              <a:t>가장 효율적인 채널: 이메일 (CPA 최저)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콘텐츠 성과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블로그</a:t>
            </a:r>
          </a:p>
          <a:p>
            <a:r>
              <a:t>• 게시글 24건, 총 조회수 48,500</a:t>
            </a:r>
          </a:p>
          <a:p>
            <a:r>
              <a:t>• 인기글 TOP 3:</a:t>
            </a:r>
          </a:p>
          <a:p>
            <a:r>
              <a:t>  1. 'AI 업무자동화 5가지 팁' (조회 4,300)</a:t>
            </a:r>
          </a:p>
          <a:p>
            <a:r>
              <a:t>  2. '2026 IT 트렌드 전망' (조회 3,800)</a:t>
            </a:r>
          </a:p>
          <a:p>
            <a:r>
              <a:t>  3. 'Claude Code 입문 가이드' (조회 3,200)</a:t>
            </a:r>
          </a:p>
          <a:p/>
          <a:p>
            <a:r>
              <a:t>뉴스레터</a:t>
            </a:r>
          </a:p>
          <a:p>
            <a:r>
              <a:t>• 발송 12회, 구독자 2,300명 → 2,800명</a:t>
            </a:r>
          </a:p>
          <a:p>
            <a:r>
              <a:t>• 평균 오픈율 32.5%, 클릭률 8.2%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2분기 계획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유튜브 숏폼 캠페인 런칭 (예산 500만원)</a:t>
            </a:r>
          </a:p>
          <a:p>
            <a:r>
              <a:t>2. 오프라인 세미나 'AI 시대의 업무혁신' (4/18)</a:t>
            </a:r>
          </a:p>
          <a:p>
            <a:r>
              <a:t>3. 파트너사 공동 웨비나 시리즈 (월 1회)</a:t>
            </a:r>
          </a:p>
          <a:p>
            <a:r>
              <a:t>4. 뉴스레터 구독자 3,500명 달성</a:t>
            </a:r>
          </a:p>
          <a:p>
            <a:r>
              <a:t>5. SEO 콘텐츠 허브 구축</a:t>
            </a:r>
          </a:p>
          <a:p/>
          <a:p>
            <a:r>
              <a:t>2분기 예산: 5,200만원 (+15%)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