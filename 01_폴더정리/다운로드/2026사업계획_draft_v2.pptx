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444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2026년 사업계획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경영기획팀 | v2 (초안)</a:t>
            </a:r>
          </a:p>
          <a:p>
            <a:r>
              <a:t>2026년 1월 20일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2025년 실적 요약</a:t>
            </a:r>
          </a:p>
          <a:p>
            <a:r>
              <a:t>2. 시장 환경 분석</a:t>
            </a:r>
          </a:p>
          <a:p>
            <a:r>
              <a:t>3. 2026년 사업 목표</a:t>
            </a:r>
          </a:p>
          <a:p>
            <a:r>
              <a:t>4. 부서별 전략</a:t>
            </a:r>
          </a:p>
          <a:p>
            <a:r>
              <a:t>5. 투자 계획</a:t>
            </a:r>
          </a:p>
          <a:p>
            <a:r>
              <a:t>6. 리스크 관리</a:t>
            </a:r>
          </a:p>
          <a:p>
            <a:r>
              <a:t>7.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시장 환경 분석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기회 요인:</a:t>
            </a:r>
          </a:p>
          <a:p>
            <a:r>
              <a:t>• AI/자동화 시장 연평균 35% 성장</a:t>
            </a:r>
          </a:p>
          <a:p>
            <a:r>
              <a:t>• 기업 DX 투자 확대 추세</a:t>
            </a:r>
          </a:p>
          <a:p>
            <a:r>
              <a:t>• 정부 AI 바우처 사업 확대</a:t>
            </a:r>
          </a:p>
          <a:p>
            <a:endParaRPr/>
          </a:p>
          <a:p>
            <a:r>
              <a:t>위협 요인:</a:t>
            </a:r>
          </a:p>
          <a:p>
            <a:r>
              <a:t>• 대기업 시장 진입 (삼성SDS, LG CNS)</a:t>
            </a:r>
          </a:p>
          <a:p>
            <a:r>
              <a:t>• 글로벌 SaaS 경쟁 심화</a:t>
            </a:r>
          </a:p>
          <a:p>
            <a:r>
              <a:t>• 인력 확보 경쟁 치열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2026년 사업 목표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매출 목표: 50억원 (+19%)</a:t>
            </a:r>
          </a:p>
          <a:p>
            <a:r>
              <a:t>영업이익 목표: 8억원 (이익률 16%)</a:t>
            </a:r>
          </a:p>
          <a:p>
            <a:r>
              <a:t>신규 고객: 30개사</a:t>
            </a:r>
          </a:p>
          <a:p>
            <a:r>
              <a:t>해외매출 비중: 20%</a:t>
            </a:r>
          </a:p>
          <a:p>
            <a:endParaRPr/>
          </a:p>
          <a:p>
            <a:r>
              <a:t>핵심 전략:</a:t>
            </a:r>
          </a:p>
          <a:p>
            <a:r>
              <a:t>1. AI 솔루션 신사업 런칭</a:t>
            </a:r>
          </a:p>
          <a:p>
            <a:r>
              <a:t>2. 중견기업 시장 집중 공략</a:t>
            </a:r>
          </a:p>
          <a:p>
            <a:r>
              <a:t>3. 파트너 생태계 확대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투자 계획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R&amp;D: 8억원 (AI 플랫폼 개발)</a:t>
            </a:r>
          </a:p>
          <a:p>
            <a:r>
              <a:t>• 인력: 신규 채용 12명 (개발 8, 영업 3, 마케팅 1)</a:t>
            </a:r>
          </a:p>
          <a:p>
            <a:r>
              <a:t>• 마케팅: 2억원 (브랜드 인지도, 리드 생성)</a:t>
            </a:r>
          </a:p>
          <a:p>
            <a:r>
              <a:t>• 인프라: 1.5억원 (클라우드 전환)</a:t>
            </a:r>
          </a:p>
          <a:p>
            <a:endParaRPr/>
          </a:p>
          <a:p>
            <a:r>
              <a:t>총 투자 규모: 11.5억원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</Words>
  <Application>Microsoft Office PowerPoint</Application>
  <PresentationFormat>와이드스크린</PresentationFormat>
  <Paragraphs>38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2026년 사업계획</vt:lpstr>
      <vt:lpstr>목차</vt:lpstr>
      <vt:lpstr>시장 환경 분석</vt:lpstr>
      <vt:lpstr>2026년 사업 목표</vt:lpstr>
      <vt:lpstr>투자 계획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사업계획</dc:title>
  <dc:subject/>
  <dc:creator/>
  <cp:keywords/>
  <dc:description>generated using python-pptx</dc:description>
  <cp:lastModifiedBy>student</cp:lastModifiedBy>
  <cp:revision>2</cp:revision>
  <dcterms:created xsi:type="dcterms:W3CDTF">2013-01-27T09:14:16Z</dcterms:created>
  <dcterms:modified xsi:type="dcterms:W3CDTF">2026-04-14T01:42:46Z</dcterms:modified>
  <cp:category/>
</cp:coreProperties>
</file>