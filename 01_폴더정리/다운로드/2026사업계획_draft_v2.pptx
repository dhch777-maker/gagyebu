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2026년 사업계획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경영기획팀 | v2 (초안)</a:t>
            </a:r>
          </a:p>
          <a:p>
            <a:r>
              <a:t>2026년 1월 20일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2025년 실적 요약</a:t>
            </a:r>
          </a:p>
          <a:p>
            <a:r>
              <a:t>2. 시장 환경 분석</a:t>
            </a:r>
          </a:p>
          <a:p>
            <a:r>
              <a:t>3. 2026년 사업 목표</a:t>
            </a:r>
          </a:p>
          <a:p>
            <a:r>
              <a:t>4. 부서별 전략</a:t>
            </a:r>
          </a:p>
          <a:p>
            <a:r>
              <a:t>5. 투자 계획</a:t>
            </a:r>
          </a:p>
          <a:p>
            <a:r>
              <a:t>6. 리스크 관리</a:t>
            </a:r>
          </a:p>
          <a:p>
            <a:r>
              <a:t>7.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2025년 실적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매출: 42억원 (전년 대비 +12%)</a:t>
            </a:r>
          </a:p>
          <a:p>
            <a:r>
              <a:t>• 영업이익: 6.3억원 (이익률 15%)</a:t>
            </a:r>
          </a:p>
          <a:p>
            <a:r>
              <a:t>• 신규 고객: 23개사 (목표 20개사 대비 115% 달성)</a:t>
            </a:r>
          </a:p>
          <a:p>
            <a:r>
              <a:t>• 기존 고객 재계약률: 92%</a:t>
            </a:r>
          </a:p>
          <a:p>
            <a:r>
              <a:t>• 해외매출 비중: 16% (전년 11%에서 성장)</a:t>
            </a:r>
          </a:p>
          <a:p>
            <a:r>
              <a:t>• 직원 수: 48명 → 56명 (+17%)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시장 환경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기회 요인:</a:t>
            </a:r>
          </a:p>
          <a:p>
            <a:r>
              <a:t>• AI/자동화 시장 연평균 35% 성장</a:t>
            </a:r>
          </a:p>
          <a:p>
            <a:r>
              <a:t>• 기업 DX 투자 확대 추세</a:t>
            </a:r>
          </a:p>
          <a:p>
            <a:r>
              <a:t>• 정부 AI 바우처 사업 확대</a:t>
            </a:r>
          </a:p>
          <a:p/>
          <a:p>
            <a:r>
              <a:t>위협 요인:</a:t>
            </a:r>
          </a:p>
          <a:p>
            <a:r>
              <a:t>• 대기업 시장 진입 (삼성SDS, LG CNS)</a:t>
            </a:r>
          </a:p>
          <a:p>
            <a:r>
              <a:t>• 글로벌 SaaS 경쟁 심화</a:t>
            </a:r>
          </a:p>
          <a:p>
            <a:r>
              <a:t>• 인력 확보 경쟁 치열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2026년 사업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매출 목표: 50억원 (+19%)</a:t>
            </a:r>
          </a:p>
          <a:p>
            <a:r>
              <a:t>영업이익 목표: 8억원 (이익률 16%)</a:t>
            </a:r>
          </a:p>
          <a:p>
            <a:r>
              <a:t>신규 고객: 30개사</a:t>
            </a:r>
          </a:p>
          <a:p>
            <a:r>
              <a:t>해외매출 비중: 20%</a:t>
            </a:r>
          </a:p>
          <a:p/>
          <a:p>
            <a:r>
              <a:t>핵심 전략:</a:t>
            </a:r>
          </a:p>
          <a:p>
            <a:r>
              <a:t>1. AI 솔루션 신사업 런칭</a:t>
            </a:r>
          </a:p>
          <a:p>
            <a:r>
              <a:t>2. 중견기업 시장 집중 공략</a:t>
            </a:r>
          </a:p>
          <a:p>
            <a:r>
              <a:t>3. 파트너 생태계 확대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투자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R&amp;D: 8억원 (AI 플랫폼 개발)</a:t>
            </a:r>
          </a:p>
          <a:p>
            <a:r>
              <a:t>• 인력: 신규 채용 12명 (개발 8, 영업 3, 마케팅 1)</a:t>
            </a:r>
          </a:p>
          <a:p>
            <a:r>
              <a:t>• 마케팅: 2억원 (브랜드 인지도, 리드 생성)</a:t>
            </a:r>
          </a:p>
          <a:p>
            <a:r>
              <a:t>• 인프라: 1.5억원 (클라우드 전환)</a:t>
            </a:r>
          </a:p>
          <a:p/>
          <a:p>
            <a:r>
              <a:t>총 투자 규모: 11.5억원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