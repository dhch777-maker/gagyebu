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4445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FFD200"/>
              </a:solidFill>
              <a:ln w="9525" cap="flat" cmpd="sng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dPt>
            <c:idx val="0"/>
            <c:spPr>
              <a:solidFill>
                <a:srgbClr val="FFD200"/>
              </a:solidFill>
              <a:ln>
                <a:solidFill>
                  <a:srgbClr val="151515"/>
                </a:solidFill>
              </a:ln>
            </c:spPr>
          </c:dPt>
          <c:dPt>
            <c:idx val="1"/>
            <c:spPr>
              <a:solidFill>
                <a:srgbClr val="FFFFFF"/>
              </a:solidFill>
              <a:ln>
                <a:solidFill>
                  <a:srgbClr val="151515"/>
                </a:solidFill>
              </a:ln>
            </c:spPr>
          </c:dPt>
          <c:dPt>
            <c:idx val="2"/>
            <c:spPr>
              <a:solidFill>
                <a:srgbClr val="FFEA80"/>
              </a:solidFill>
              <a:ln>
                <a:solidFill>
                  <a:srgbClr val="151515"/>
                </a:solidFill>
              </a:ln>
            </c:spPr>
          </c:dPt>
          <c:dPt>
            <c:idx val="3"/>
            <c:spPr>
              <a:solidFill>
                <a:srgbClr val="BBBBBB"/>
              </a:solidFill>
              <a:ln>
                <a:solidFill>
                  <a:srgbClr val="151515"/>
                </a:solidFill>
              </a:ln>
            </c:spPr>
          </c:dPt>
          <c:dPt>
            <c:idx val="4"/>
            <c:spPr>
              <a:solidFill>
                <a:srgbClr val="FFD200"/>
              </a:solidFill>
              <a:ln>
                <a:solidFill>
                  <a:srgbClr val="151515"/>
                </a:solidFill>
              </a:ln>
            </c:spPr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100" b="1" i="0" u="none">
                  <a:solidFill>
                    <a:srgbClr val="FFFFFF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000" b="0" i="0" u="none">
                <a:solidFill>
                  <a:srgbClr val="FFFFFF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000" b="0" i="0" u="none">
                <a:solidFill>
                  <a:srgbClr val="FFFFFF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44450" cap="flat">
              <a:solidFill>
                <a:srgbClr val="FFD200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ln>
                <a:solidFill>
                  <a:srgbClr val="151515"/>
                </a:solidFill>
              </a:ln>
              <a:effectLst/>
            </c:spPr>
          </c:dPt>
          <c:dPt>
            <c:idx val="1"/>
            <c:invertIfNegative val="0"/>
            <c:bubble3D val="0"/>
            <c:spPr>
              <a:solidFill>
                <a:srgbClr val="FFFFFF"/>
              </a:solidFill>
              <a:ln>
                <a:solidFill>
                  <a:srgbClr val="151515"/>
                </a:solidFill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dLbls>
          <c:txPr>
            <a:bodyPr/>
            <a:lstStyle/>
            <a:p>
              <a:pPr>
                <a:defRPr b="1" sz="11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57200" y="1371600"/>
            <a:ext cx="5121215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>
                <a:solidFill>
                  <a:srgbClr val="FFD200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FFFFFF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505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FFFFFF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553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FFFFFF"/>
                </a:solidFill>
              </a:rPr>
              <a:t>담당자 연락처: 010-0000-0000</a:t>
            </a:r>
            <a:endParaRPr lang="en-US" sz="100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01 / 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FFFFFF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02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03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04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874520"/>
            <a:ext cx="640080" cy="6400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886200" y="1874520"/>
            <a:ext cx="64008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05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FFFFFF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06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37744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66928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15200" y="2148840"/>
            <a:ext cx="54864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FFFFFF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07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08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29000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15000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01000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09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10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49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099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93699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11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37560" y="192024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080760" y="19202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94360" y="338328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37560" y="3383280"/>
            <a:ext cx="365760" cy="36576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12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887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1764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68934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13 / 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76072" y="1399032"/>
            <a:ext cx="310896" cy="31089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76072" y="2084832"/>
            <a:ext cx="310896" cy="31089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6072" y="2770632"/>
            <a:ext cx="310896" cy="310896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6072" y="3456432"/>
            <a:ext cx="310896" cy="31089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EA80"/>
          </a:solidFill>
          <a:ln w="12700">
            <a:solidFill>
              <a:srgbClr val="BBBBBB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766560" y="1737360"/>
            <a:ext cx="1554480" cy="15544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2700">
            <a:solidFill>
              <a:srgbClr val="FFD200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182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D200"/>
                </a:solidFill>
              </a:rPr>
              <a:t>EMART EVERYDAY  ·  사업제안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82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FFD200"/>
                </a:solidFill>
              </a:rPr>
              <a:t>14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