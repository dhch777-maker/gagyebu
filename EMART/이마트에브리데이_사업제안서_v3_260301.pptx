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57200" y="1371600"/>
            <a:ext cx="5121215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002b5b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>
                <a:solidFill>
                  <a:srgbClr val="1f6bba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505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553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002b5b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002b5b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002b5b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002b5b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002b5b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874520"/>
            <a:ext cx="640080" cy="6400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886200" y="1874520"/>
            <a:ext cx="64008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37744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66928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15200" y="2148840"/>
            <a:ext cx="54864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29000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15000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01000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49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099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93699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37560" y="192024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080760" y="19202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94360" y="338328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37560" y="3383280"/>
            <a:ext cx="365760" cy="36576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887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1764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68934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2b5b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002b5b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76072" y="1399032"/>
            <a:ext cx="310896" cy="31089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76072" y="2084832"/>
            <a:ext cx="310896" cy="31089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6072" y="2770632"/>
            <a:ext cx="310896" cy="310896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6072" y="3456432"/>
            <a:ext cx="310896" cy="31089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002b5b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766560" y="1737360"/>
            <a:ext cx="1554480" cy="15544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